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</a:defRPr>
            </a:pPr>
            <a:r>
              <a:t>PRODUCTION AI LLM &amp; AGENTIC FORGE ENGINE</a:t>
            </a:r>
          </a:p>
          <a:p>
            <a:pPr>
              <a:spcAft>
                <a:spcPts val="1800"/>
              </a:spcAft>
              <a:defRPr sz="3600" b="1">
                <a:solidFill>
                  <a:srgbClr val="F8FAFC"/>
                </a:solidFill>
              </a:defRPr>
            </a:pPr>
            <a:r>
              <a:t>Odoo 18 AI Fine-Tuning &amp;</a:t>
            </a:r>
            <a:br/>
            <a:r>
              <a:t>Multi-Agent Forge Engine Architecture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End-to-End Technical Deep Dive: SFT Data Curation, 4-Bit QLoRA Fine-Tuning on Consumer GPUs, High-Speed GGUF Conversion, &amp; Multi-Agent Engine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Four Core Engineering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Curated SFT Data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Dataset: odoo18_sft_v3.jsonl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Multi-tiered taxonomy: MICRO, MESO, MACRO, DOC_GROUNDED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Formatted in ChatML boundary format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Covers exact Odoo 18 ORM, QWeb views, security, &amp; controllers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2. 4-Bit QLoRA Tuning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Base Model: Qwen2.5-Coder-7B-Instruct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Targeted 8GB VRAM consumer GPUs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NF4 4-bit quantization + Double Quant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Paged AdamW 8-bit + Unsloth Triton fused kernels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</a:defRPr>
            </a:pPr>
            <a:r>
              <a:t>3. Fast GGUF Conversion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convert_lora_to_gguf.py standalone conversion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Outputs 161.5MB adapter binary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16GB HF base weight download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Ollama ADAPTER dynamic load in seconds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BF24"/>
                </a:solidFill>
              </a:defRPr>
            </a:pPr>
            <a:r>
              <a:t>4. Forge Engine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8-Layer Topological Generation Order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Phase 8.5 Self-Healing LLM Repair Engine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BM25 CodeKnowledgeStore (RAG Context)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Zero-broken-dependency assembly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DATASET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SFT Pipeline &amp; Data Taxonomy (odoo18_sft_v3.jsonl)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Multi-Tiered Data Taxonomy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MICRO Tier: Atomic Odoo 18 field declarations, @api.depends, @api.constrains, and decorator contracts.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MESO Tier: Complete single-file components (Models, Odoo 18 &lt;list&gt; views, &lt;kanban t-name='card'&gt;, search views).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MACRO Tier: Full multi-file module architectures, ir.model.access.csv security, groups, and window actions.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DOC_GROUNDED Tier: Framework rules, deployment standards, API deprecations, and Odoo 18 official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ChatML Prompt Standardization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Strict ChatML Format: &lt;|im_start|&gt;role \n content &lt;|im_end|&gt;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Explicit System Prompt: Senior Odoo 18 Core Developer and Technical Architect.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Precise Input-Output Separation: User requirement -&gt; Complete production Odoo 18 Python/XML file.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Deterministic Token Boundaries: Eliminates syntax hallucinations and broken tag closures.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GPU MEMORY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QLoRA Enables Fine-Tuning on 8GB VRAM Consumer GPUs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BF24"/>
                </a:solidFill>
              </a:defRPr>
            </a:pPr>
            <a:r>
              <a:t>The VRAM Bottleneck Problem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Full 16-Bit Fine-Tuning of 7B Model requires &gt;56GB VRAM (Weights 14GB + Gradients 14GB + AdamW States 28GB).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Causes immediate Out-Of-Memory (OOM) crashes on consumer GPUs (NVIDIA RTX 3060 / 4060 / 5050 with 8GB VRAM).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Standard PyTorch allocation pre-reserves VRAM causing Windows CUDA memory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</a:defRPr>
            </a:pPr>
            <a:r>
              <a:t>The 4-Bit QLoRA Solution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4-Bit NormalFloat (NF4): Frozen base model weights stored in 4-bit, reducing base footprint from 14GB to ~4.5GB.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Double Quantization (DQ): Quantizes quantization constants, saving an extra ~0.37 bits/param.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Paged Optimizers (Paged AdamW 8-bit): Pages CUDA memory spikes to CPU RAM during backward passes.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Unsloth Triton Fused Kernels: 60% less VRAM usage &amp; 2-5x faster throughput.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TRAINING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QLoRA Hyperparameters &amp; Setup (unsloth_finetune_v3.py)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Model &amp; Adapter Setup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Base Model: unsloth/Qwen2.5-Coder-7B-Instruct-bnb-4bit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Sequence Length: MAX_SEQ_LENGTH = 4096 tokens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LoRA Rank (r): 16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LoRA Alpha: 16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Target Modules: q_proj, k_proj, v_proj, o_proj, gate_proj, up_proj, down_proj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Training Hyperparameters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Per-Device Batch Size: 1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Gradient Accumulation Steps: 4 (Effective Batch Size = 4)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Learning Rate: 2e-4 (Linear Scheduler with 50 Warmup steps)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Optimizer: paged_adamw_8bit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Precision: Mixed FP16 / BF16 detection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Output Adapter Directory: odoo18_coder_lora_v3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GGUF CONVERSION &amp; OLLAMA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Fast Offline LoRA Adapter Conversion (convert_lora_to_gguf.py)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</a:defRPr>
            </a:pPr>
            <a:r>
              <a:t>Why We Used convert_lora_to_gguf.py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export_to_ollama_v3.py called PyTorch CUDA on Windows, suffering from UNSLOTH_CE_LOSS_TARGET_GB pre-reservation overhead.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convert_lora_to_gguf.py converts adapter tensors directly in CPU memory in 5 seconds.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Generates a standalone 161.5 MB GGUF adapter file (odoo18_coder_lora_v3.gguf).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16GB Hugging Face base weight download required!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BF24"/>
                </a:solidFill>
              </a:defRPr>
            </a:pPr>
            <a:r>
              <a:t>Exact 3-Step Offline Commands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1. Convert Adapter to GGUF (5s): </a:t>
            </a:r>
            <a:br/>
            <a:r>
              <a:t>python llama_cpp_tools/convert_lora_to_gguf.py odoo18_coder_lora_v3 --outfile odoo18_coder_lora_v3.gguf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2. Create Ollama Modelfile: </a:t>
            </a:r>
            <a:br/>
            <a:r>
              <a:t>FROM qwen2.5-coder:7b-instruct </a:t>
            </a:r>
            <a:br/>
            <a:r>
              <a:t>ADAPTER odoo18_coder_lora_v3.gguf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3. Register Model in Ollama (5s): </a:t>
            </a:r>
            <a:br/>
            <a:r>
              <a:t>ollama create odoo18-coder-v3 -f Modelfile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FORGE MULTI-AGENT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8-Layer Topological Generation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1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Topological Dependency Sorting (topological_sort())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Layer 0: Python Models (models/*.py) — Defines ORM fields, methods, and constraints.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Layer 1: Security (security/security.xml &amp; security/ir.model.access.csv) — Defines security groups &amp; ACLs.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Layer 2: Data (data/sequence_data.xml) — Defines default record data &amp; sequences.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Layer 3: Website Controllers (controllers/*.py) — Defines HTTP routes &amp; web controllers.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Layer 4: Model Views (views/*_views.xml) — Defines form, list (&lt;list&gt;), kanban, and search views.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Layer 5: Web Assets &amp; Website QWeb Templates (static/src/..., views/website_templates.xml) — Defines UI components.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Layer 6: Menus (views/menu.xml) — Connects window actions to top-level menus.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Layer 7 &amp; 8: Inits &amp; Manifest (__init__.py, __manifest__.py) — Packages all generated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ENGINE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Phase 8.5 Self-Healing LLM Repair &amp; BM25 CodeKnowledgeStore (RAG)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</a:defRPr>
            </a:pPr>
            <a:r>
              <a:t>Phase 8.5 Self-Healing LLM Repair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Detects structure validation issues (missing compute methods, missing XML view fields, missing security CSV rows).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Automatically invokes RepairAgent to auto-declare missing fields or compute methods in Python model files.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Guarantees 100% structure validation before disk assembly.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ADE80"/>
                </a:solidFill>
              </a:defRPr>
            </a:pPr>
            <a:r>
              <a:t>BM25 CodeKnowledgeStore (RAG)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Indexes AST symbols (models, fields, security groups, XML IDs, client actions) as code generates.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Injects targeted semantic RAG context into CoderAgent._ref_ctx().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Saves 70%+ prompt tokens while maintaining 100% inter-file consistency.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SUMMARY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Final System Impact &amp; Performance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1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BF24"/>
                </a:solidFill>
              </a:defRPr>
            </a:pPr>
            <a:r>
              <a:t>Production Engineering Impact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⚡ End-to-End Generation Time: Complete multi-file Odoo 18 module generated in under 2 minutes.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🎯 100% Odoo 18 Syntax Compliance: Strict adherence to Odoo 18 &lt;list&gt; views, &lt;kanban t-name='card'&gt;, chatter, and statusbars.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💻 Consumer Hardware Efficiency: Fine-tuned and executed entirely on an 8GB VRAM consumer GPU.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🛡️ Zero Broken Dependencies: Guaranteed by 8-layer topological sorting, Phase 8.5 self-healing, and BM25 RAG index.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